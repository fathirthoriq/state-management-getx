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85" r:id="rId3"/>
    <p:sldId id="301" r:id="rId4"/>
    <p:sldId id="289" r:id="rId5"/>
    <p:sldId id="290" r:id="rId6"/>
    <p:sldId id="302" r:id="rId7"/>
    <p:sldId id="303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BB997-C8FA-4CF7-9C77-EB42DFDC6E2F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53064-D233-40B9-94E8-347DCF702E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0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53064-D233-40B9-94E8-347DCF702E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15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9B1D8-6AF6-DD61-D6A9-5596110D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3F4DA-E27F-ABED-8F53-DEA06D179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604A3-2EC4-5002-0603-0865BDDCD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B165E-8C31-C107-7E76-649245839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53064-D233-40B9-94E8-347DCF702E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97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52893-8734-8209-D6D5-8991D8F16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D5C2B-3630-3D07-1D93-8F753F252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5A70F-38C4-3CC5-9B76-BDB681DAB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69CF5-E921-B13B-6760-1D8A4BCF2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53064-D233-40B9-94E8-347DCF702E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10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7BEFA-A0F2-C220-4FC8-36AC3909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D2669-4BC8-E15E-F982-0043FCD13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FC071-0C3C-0D6B-BC99-ED54CE5D0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0E4E0-6179-E6A3-8C94-F5C85C359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53064-D233-40B9-94E8-347DCF702E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33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300C-41FE-B818-73B6-48FBD4806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66BCB-8E72-96FC-4A32-16C48616E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0B1B6-EF42-642C-833F-2311B581A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10134-63E3-C2AA-E0F4-F0D63FD37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53064-D233-40B9-94E8-347DCF702ED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68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C5503-9CAE-F090-59AF-5E584351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DBDFF-0DBD-3556-4F2A-EA214ED2B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DD582-0AF0-AABA-8D87-6BFE6BE1B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7D66A-4EEC-55F3-0FC7-066625238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53064-D233-40B9-94E8-347DCF702ED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21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53064-D233-40B9-94E8-347DCF702ED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20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1926-8887-EDF3-5A84-190370722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66980-28C6-0EA3-4AC2-7F6E2A96A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6CFBC-DB5B-25F2-1B9B-CACD4180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8B2F9-137B-7625-5776-E707382E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61B71-1732-0A52-8B31-607B1C9F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1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ABFE-959B-F7BB-257A-4807DC23E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84C4B-9299-C726-1F33-31A568592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3E4EE-1650-5D41-BB41-D0CEB0BC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04717-EEAC-5A60-3D0B-798DC7EC5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8421C-CA2F-BDF6-8293-6702237C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61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4763-FD2A-932F-7027-31276A6A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D40A8-DA38-8799-1F7A-7F4A5E684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EF7BD-ABDF-47C4-091C-17CEC2398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33F3C-ABDB-70D1-AE08-950458FE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41F0D-7C04-4D9C-B55E-8E49A8ED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3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DE85-59D3-9B4B-62D8-5DF8D6FF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D7914-60FE-A9DF-08F2-A62EF4346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928F5-ADE9-493A-0556-31DA84E44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7FE8A-32AF-C8F7-7854-FEA4DEBC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E9C31-D7B3-3D3F-7552-29377262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5A82F-46D9-5B3E-D3F7-A6B6A1452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99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E32C-0FC7-4CAF-E3DF-22EE31A9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8BDF6-1A16-418B-2691-37129DA1C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AA36E-ED1E-FE4D-DD0A-095DE214E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FED7C4-A91B-6A03-94D3-76CB8D40E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1F4B7-3210-610A-EA3C-A4CB93E2A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69784-E5D2-DBE1-C2B3-D8F5A6E6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8A5C3-BF86-FC9E-02EF-BE5FAADD2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5277E8-925A-F395-6711-F512D46D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8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DF43-9FE9-5187-F7D5-50F8D137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5182AF-2FC8-6379-2C5E-443373A1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B3197-0419-D2B4-B3CA-66611B65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1711B-701B-5863-A302-E444B4F7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72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7FD1E9-5D3E-9ACE-BF2C-2B9A1985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A6A3B-0CD7-3A72-3495-02D93AD4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00502-0752-F675-6B23-90DBCEC6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17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BD38-6ECF-AEFD-AD60-B1F61751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CC69-DF78-A9BF-0A92-C960120E8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7C524-7D09-46EC-7BF4-2EF2C616D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348A2-EE33-1869-8B10-CB03BFDA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FACE4-1D00-005A-E152-9BEDCE1E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88259-2366-ECD0-6BB7-022CE894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9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DB83-C99E-3BBE-FB9F-BEB09EE6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5BA46F-9C5F-F3DE-08A2-BF15FA59D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43C6B-9A34-6E56-550C-A085D1690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977AC-D755-9767-9509-EAC336DF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EC966-F8D8-E989-094D-1BA0EFE0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96D81-03F0-7B4A-D73E-2587E8DA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8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AD1B-8837-0079-D5D8-E557931B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17EB7-C14B-DD01-DE75-F8E5C3BC6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65746-AF6E-348F-8E77-3A41F8F3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E458E-8EAC-1540-F384-C818B8B82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CEF77-3C51-DB00-E5E4-EE3E22F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3F5D68-444F-DD6A-0082-192C589956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74D4B-FC80-B1B3-3E8A-16FD92790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DDF8A-2B16-ED68-9F2F-CBB74EED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2684-FA47-47B3-BB08-BF54542D597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CCBB0-1F86-E316-CB6C-0DCB2F00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9A30-829B-A842-4449-79186AA3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6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F65A8E-1D3B-0722-D18B-F460F8D8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B014A-AA7C-85A2-7FCE-452CE9440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FE00B-CD17-16BD-756E-DDFF50F72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F2684-FA47-47B3-BB08-BF54542D597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F8A29-21DB-3B25-6AA9-1B6F17424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32820-1F89-CD56-F30A-21DF44CDF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A9589-72CE-4107-972A-46B2A0BA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0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2DFD-C807-556A-24B0-8C4F10219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/>
          </a:bodyPr>
          <a:lstStyle/>
          <a:p>
            <a:r>
              <a:rPr lang="en-US" sz="7300" b="1" dirty="0"/>
              <a:t>GETX</a:t>
            </a:r>
            <a:br>
              <a:rPr lang="en-US" sz="7300" b="1" dirty="0"/>
            </a:br>
            <a:r>
              <a:rPr lang="en-US" sz="3600" b="1" dirty="0"/>
              <a:t>TKK Mobile Apps</a:t>
            </a:r>
            <a:br>
              <a:rPr lang="en-US" sz="5400" b="1" dirty="0"/>
            </a:br>
            <a:r>
              <a:rPr lang="en-US" sz="2400" b="1" dirty="0"/>
              <a:t>Aqshal Nur Ikhsan </a:t>
            </a:r>
            <a:r>
              <a:rPr lang="en-US" sz="2400" b="1" dirty="0" err="1"/>
              <a:t>S.Si</a:t>
            </a:r>
            <a:r>
              <a:rPr lang="en-US" sz="2400" b="1" dirty="0"/>
              <a:t>., </a:t>
            </a:r>
            <a:r>
              <a:rPr lang="en-US" sz="2400" b="1" dirty="0" err="1"/>
              <a:t>M.Si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AE8EC-9FD5-B693-6F4D-FEDFB3454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66" y="822570"/>
            <a:ext cx="2438401" cy="12049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6E4AF2-7A28-A017-B392-4775096D381C}"/>
              </a:ext>
            </a:extLst>
          </p:cNvPr>
          <p:cNvSpPr/>
          <p:nvPr/>
        </p:nvSpPr>
        <p:spPr>
          <a:xfrm>
            <a:off x="0" y="6325849"/>
            <a:ext cx="12192000" cy="53215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0447A9-F504-375D-255C-ED2762057E03}"/>
              </a:ext>
            </a:extLst>
          </p:cNvPr>
          <p:cNvSpPr/>
          <p:nvPr/>
        </p:nvSpPr>
        <p:spPr>
          <a:xfrm>
            <a:off x="0" y="-1719"/>
            <a:ext cx="12192000" cy="53215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5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042224-EB8C-3737-000E-8BCB46B88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1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FDFCC-6C8B-7996-A8C3-04EB9246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0189-DC87-423C-6659-76B557B3C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570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7300" b="1" dirty="0"/>
              <a:t>GET WORKER</a:t>
            </a:r>
            <a:br>
              <a:rPr lang="en-US" sz="7300" b="1" dirty="0"/>
            </a:br>
            <a:r>
              <a:rPr lang="en-US" sz="3600" b="1" dirty="0"/>
              <a:t>State Management</a:t>
            </a:r>
            <a:br>
              <a:rPr lang="en-US" sz="5400" b="1" dirty="0"/>
            </a:b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A1B91C-0879-888B-1F58-D9C1D0C2E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66" y="822570"/>
            <a:ext cx="2438401" cy="12049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D5DF27-A617-1093-BFAE-1744A8174914}"/>
              </a:ext>
            </a:extLst>
          </p:cNvPr>
          <p:cNvSpPr/>
          <p:nvPr/>
        </p:nvSpPr>
        <p:spPr>
          <a:xfrm>
            <a:off x="0" y="6325849"/>
            <a:ext cx="12192000" cy="53215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C60EAC-E2F3-3ED5-A8B4-64BC012F28A8}"/>
              </a:ext>
            </a:extLst>
          </p:cNvPr>
          <p:cNvSpPr/>
          <p:nvPr/>
        </p:nvSpPr>
        <p:spPr>
          <a:xfrm>
            <a:off x="0" y="-1719"/>
            <a:ext cx="12192000" cy="53215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73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BFA4D-CA0B-145C-9927-5B30C8EC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34AED7C-0C3C-1E95-5EAA-E5523BF3248F}"/>
              </a:ext>
            </a:extLst>
          </p:cNvPr>
          <p:cNvSpPr txBox="1">
            <a:spLocks/>
          </p:cNvSpPr>
          <p:nvPr/>
        </p:nvSpPr>
        <p:spPr>
          <a:xfrm>
            <a:off x="2988664" y="330590"/>
            <a:ext cx="6214672" cy="101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STATE MANAGEMENT GETX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E6C3F4-8C36-F7E5-8639-F2E89FE2C102}"/>
              </a:ext>
            </a:extLst>
          </p:cNvPr>
          <p:cNvSpPr/>
          <p:nvPr/>
        </p:nvSpPr>
        <p:spPr>
          <a:xfrm>
            <a:off x="773002" y="2926080"/>
            <a:ext cx="4431323" cy="2278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REACTIVE</a:t>
            </a:r>
            <a:endParaRPr lang="en-ID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3F9788-0D16-D642-CBBD-236736FBC922}"/>
              </a:ext>
            </a:extLst>
          </p:cNvPr>
          <p:cNvSpPr/>
          <p:nvPr/>
        </p:nvSpPr>
        <p:spPr>
          <a:xfrm>
            <a:off x="6987674" y="2926080"/>
            <a:ext cx="4431323" cy="2278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SIMPLE</a:t>
            </a:r>
            <a:endParaRPr lang="en-ID" sz="40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46C5F5-1145-C57A-1555-54C085824256}"/>
              </a:ext>
            </a:extLst>
          </p:cNvPr>
          <p:cNvCxnSpPr/>
          <p:nvPr/>
        </p:nvCxnSpPr>
        <p:spPr>
          <a:xfrm flipH="1">
            <a:off x="3123028" y="1349921"/>
            <a:ext cx="2729132" cy="1576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75EF0B-5E5D-C15F-EF8B-4D0DA50151C6}"/>
              </a:ext>
            </a:extLst>
          </p:cNvPr>
          <p:cNvCxnSpPr>
            <a:endCxn id="4" idx="0"/>
          </p:cNvCxnSpPr>
          <p:nvPr/>
        </p:nvCxnSpPr>
        <p:spPr>
          <a:xfrm>
            <a:off x="5852160" y="1349921"/>
            <a:ext cx="3351176" cy="1576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1A67DB4-60A7-5FA9-1A5A-BEECC13C9935}"/>
              </a:ext>
            </a:extLst>
          </p:cNvPr>
          <p:cNvSpPr txBox="1"/>
          <p:nvPr/>
        </p:nvSpPr>
        <p:spPr>
          <a:xfrm>
            <a:off x="2062064" y="5613009"/>
            <a:ext cx="21717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/>
              <a:t>Obx</a:t>
            </a:r>
            <a:r>
              <a:rPr lang="en-US" sz="3200" b="1" dirty="0"/>
              <a:t> &amp; </a:t>
            </a:r>
            <a:r>
              <a:rPr lang="en-US" sz="3200" b="1" dirty="0" err="1"/>
              <a:t>GetX</a:t>
            </a:r>
            <a:endParaRPr lang="en-ID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9DA26C-BEAE-0FDA-74A9-3FA356EF449D}"/>
              </a:ext>
            </a:extLst>
          </p:cNvPr>
          <p:cNvSpPr txBox="1"/>
          <p:nvPr/>
        </p:nvSpPr>
        <p:spPr>
          <a:xfrm>
            <a:off x="8314409" y="5508079"/>
            <a:ext cx="20172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/>
              <a:t>GetBuilder</a:t>
            </a:r>
            <a:endParaRPr lang="en-ID" sz="3200" b="1" dirty="0"/>
          </a:p>
        </p:txBody>
      </p:sp>
    </p:spTree>
    <p:extLst>
      <p:ext uri="{BB962C8B-B14F-4D97-AF65-F5344CB8AC3E}">
        <p14:creationId xmlns:p14="http://schemas.microsoft.com/office/powerpoint/2010/main" val="1081020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DBDEF-24F6-CD86-E192-5DEE11E2B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1E7EF37-9704-93B3-36B9-4C252C773EA5}"/>
              </a:ext>
            </a:extLst>
          </p:cNvPr>
          <p:cNvSpPr txBox="1"/>
          <p:nvPr/>
        </p:nvSpPr>
        <p:spPr>
          <a:xfrm>
            <a:off x="502920" y="1060339"/>
            <a:ext cx="11186160" cy="4737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ID" sz="2200" b="1" dirty="0" err="1"/>
              <a:t>GetX</a:t>
            </a:r>
            <a:r>
              <a:rPr lang="en-ID" sz="2200" b="1" dirty="0"/>
              <a:t> Workers</a:t>
            </a:r>
            <a:r>
              <a:rPr lang="en-ID" sz="2200" dirty="0"/>
              <a:t> </a:t>
            </a:r>
            <a:r>
              <a:rPr lang="en-ID" sz="2200" dirty="0" err="1"/>
              <a:t>adalah</a:t>
            </a:r>
            <a:r>
              <a:rPr lang="en-ID" sz="2200" dirty="0"/>
              <a:t> </a:t>
            </a:r>
            <a:r>
              <a:rPr lang="en-ID" sz="2200" dirty="0" err="1"/>
              <a:t>fitur</a:t>
            </a:r>
            <a:r>
              <a:rPr lang="en-ID" sz="2200" dirty="0"/>
              <a:t> yang sangat </a:t>
            </a:r>
            <a:r>
              <a:rPr lang="en-ID" sz="2200" dirty="0" err="1"/>
              <a:t>berguna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b="1" dirty="0" err="1"/>
              <a:t>GetX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memonitor</a:t>
            </a:r>
            <a:r>
              <a:rPr lang="en-ID" sz="2200" dirty="0"/>
              <a:t> </a:t>
            </a:r>
            <a:r>
              <a:rPr lang="en-ID" sz="2200" dirty="0" err="1"/>
              <a:t>perubahan</a:t>
            </a:r>
            <a:r>
              <a:rPr lang="en-ID" sz="2200" dirty="0"/>
              <a:t> pada </a:t>
            </a:r>
            <a:r>
              <a:rPr lang="en-ID" sz="2200" dirty="0" err="1"/>
              <a:t>variabel</a:t>
            </a:r>
            <a:r>
              <a:rPr lang="en-ID" sz="2200" dirty="0"/>
              <a:t> </a:t>
            </a:r>
            <a:r>
              <a:rPr lang="en-ID" sz="2200" dirty="0" err="1"/>
              <a:t>tertentu</a:t>
            </a:r>
            <a:r>
              <a:rPr lang="en-ID" sz="2200" dirty="0"/>
              <a:t> dan </a:t>
            </a:r>
            <a:r>
              <a:rPr lang="en-ID" sz="2200" dirty="0" err="1"/>
              <a:t>mengeksekusi</a:t>
            </a:r>
            <a:r>
              <a:rPr lang="en-ID" sz="2200" dirty="0"/>
              <a:t> </a:t>
            </a:r>
            <a:r>
              <a:rPr lang="en-ID" sz="2200" dirty="0" err="1"/>
              <a:t>aksi</a:t>
            </a:r>
            <a:r>
              <a:rPr lang="en-ID" sz="2200" dirty="0"/>
              <a:t> </a:t>
            </a:r>
            <a:r>
              <a:rPr lang="en-ID" sz="2200" dirty="0" err="1"/>
              <a:t>tertentu</a:t>
            </a:r>
            <a:r>
              <a:rPr lang="en-ID" sz="2200" dirty="0"/>
              <a:t> </a:t>
            </a:r>
            <a:r>
              <a:rPr lang="en-ID" sz="2200" dirty="0" err="1"/>
              <a:t>ketika</a:t>
            </a:r>
            <a:r>
              <a:rPr lang="en-ID" sz="2200" dirty="0"/>
              <a:t> </a:t>
            </a:r>
            <a:r>
              <a:rPr lang="en-ID" sz="2200" dirty="0" err="1"/>
              <a:t>nilai</a:t>
            </a:r>
            <a:r>
              <a:rPr lang="en-ID" sz="2200" dirty="0"/>
              <a:t> </a:t>
            </a:r>
            <a:r>
              <a:rPr lang="en-ID" sz="2200" dirty="0" err="1"/>
              <a:t>variabel</a:t>
            </a:r>
            <a:r>
              <a:rPr lang="en-ID" sz="2200" dirty="0"/>
              <a:t> </a:t>
            </a:r>
            <a:r>
              <a:rPr lang="en-ID" sz="2200" dirty="0" err="1"/>
              <a:t>tersebut</a:t>
            </a:r>
            <a:r>
              <a:rPr lang="en-ID" sz="2200" dirty="0"/>
              <a:t> </a:t>
            </a:r>
            <a:r>
              <a:rPr lang="en-ID" sz="2200" dirty="0" err="1"/>
              <a:t>berubah</a:t>
            </a:r>
            <a:r>
              <a:rPr lang="en-ID" sz="2200" dirty="0"/>
              <a:t>. </a:t>
            </a:r>
            <a:r>
              <a:rPr lang="en-ID" sz="2200" dirty="0" err="1"/>
              <a:t>Mirip</a:t>
            </a:r>
            <a:r>
              <a:rPr lang="en-ID" sz="2200" dirty="0"/>
              <a:t> </a:t>
            </a:r>
            <a:r>
              <a:rPr lang="en-ID" sz="2200" dirty="0" err="1"/>
              <a:t>semacam</a:t>
            </a:r>
            <a:r>
              <a:rPr lang="en-ID" sz="2200" dirty="0"/>
              <a:t> "listener" yang </a:t>
            </a:r>
            <a:r>
              <a:rPr lang="en-ID" sz="2200" dirty="0" err="1"/>
              <a:t>mendeteksi</a:t>
            </a:r>
            <a:r>
              <a:rPr lang="en-ID" sz="2200" dirty="0"/>
              <a:t> </a:t>
            </a:r>
            <a:r>
              <a:rPr lang="en-ID" sz="2200" dirty="0" err="1"/>
              <a:t>perubahan</a:t>
            </a:r>
            <a:r>
              <a:rPr lang="en-ID" sz="2200" dirty="0"/>
              <a:t> pada state dan </a:t>
            </a:r>
            <a:r>
              <a:rPr lang="en-ID" sz="2200" dirty="0" err="1"/>
              <a:t>meresponsnya</a:t>
            </a:r>
            <a:r>
              <a:rPr lang="en-ID" sz="2200" dirty="0"/>
              <a:t>.</a:t>
            </a:r>
          </a:p>
          <a:p>
            <a:pPr algn="just">
              <a:lnSpc>
                <a:spcPct val="200000"/>
              </a:lnSpc>
              <a:buNone/>
            </a:pPr>
            <a:endParaRPr lang="en-ID" sz="2200" dirty="0"/>
          </a:p>
          <a:p>
            <a:pPr algn="just">
              <a:lnSpc>
                <a:spcPct val="200000"/>
              </a:lnSpc>
              <a:buNone/>
            </a:pPr>
            <a:r>
              <a:rPr lang="en-ID" sz="2200" dirty="0"/>
              <a:t>Workers </a:t>
            </a:r>
            <a:r>
              <a:rPr lang="en-ID" sz="2200" dirty="0" err="1"/>
              <a:t>digunakan</a:t>
            </a:r>
            <a:r>
              <a:rPr lang="en-ID" sz="2200" dirty="0"/>
              <a:t> </a:t>
            </a:r>
            <a:r>
              <a:rPr lang="en-ID" sz="2200" dirty="0" err="1"/>
              <a:t>ketika</a:t>
            </a:r>
            <a:r>
              <a:rPr lang="en-ID" sz="2200" dirty="0"/>
              <a:t> </a:t>
            </a:r>
            <a:r>
              <a:rPr lang="en-ID" sz="2200" dirty="0" err="1"/>
              <a:t>ingin</a:t>
            </a:r>
            <a:r>
              <a:rPr lang="en-ID" sz="2200" dirty="0"/>
              <a:t> </a:t>
            </a:r>
            <a:r>
              <a:rPr lang="en-ID" sz="2200" dirty="0" err="1"/>
              <a:t>melakukan</a:t>
            </a:r>
            <a:r>
              <a:rPr lang="en-ID" sz="2200" dirty="0"/>
              <a:t> </a:t>
            </a:r>
            <a:r>
              <a:rPr lang="en-ID" sz="2200" dirty="0" err="1"/>
              <a:t>aksi</a:t>
            </a:r>
            <a:r>
              <a:rPr lang="en-ID" sz="2200" dirty="0"/>
              <a:t> </a:t>
            </a:r>
            <a:r>
              <a:rPr lang="en-ID" sz="2200" dirty="0" err="1"/>
              <a:t>berdasarkan</a:t>
            </a:r>
            <a:r>
              <a:rPr lang="en-ID" sz="2200" dirty="0"/>
              <a:t> </a:t>
            </a:r>
            <a:r>
              <a:rPr lang="en-ID" sz="2200" dirty="0" err="1"/>
              <a:t>perubahan</a:t>
            </a:r>
            <a:r>
              <a:rPr lang="en-ID" sz="2200" dirty="0"/>
              <a:t> </a:t>
            </a:r>
            <a:r>
              <a:rPr lang="en-ID" sz="2200" dirty="0" err="1"/>
              <a:t>nilai</a:t>
            </a:r>
            <a:r>
              <a:rPr lang="en-ID" sz="2200" dirty="0"/>
              <a:t> state, </a:t>
            </a:r>
            <a:r>
              <a:rPr lang="en-ID" sz="2200" dirty="0" err="1"/>
              <a:t>seperti</a:t>
            </a:r>
            <a:r>
              <a:rPr lang="en-ID" sz="2200" dirty="0"/>
              <a:t>: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D" sz="2200" dirty="0" err="1"/>
              <a:t>Melakukan</a:t>
            </a:r>
            <a:r>
              <a:rPr lang="en-ID" sz="2200" dirty="0"/>
              <a:t> proses asynchronous (</a:t>
            </a:r>
            <a:r>
              <a:rPr lang="en-ID" sz="2200" dirty="0" err="1"/>
              <a:t>seperti</a:t>
            </a:r>
            <a:r>
              <a:rPr lang="en-ID" sz="2200" dirty="0"/>
              <a:t> API call, </a:t>
            </a:r>
            <a:r>
              <a:rPr lang="en-ID" sz="2200" dirty="0" err="1"/>
              <a:t>animasi</a:t>
            </a:r>
            <a:r>
              <a:rPr lang="en-ID" sz="2200" dirty="0"/>
              <a:t>, </a:t>
            </a:r>
            <a:r>
              <a:rPr lang="en-ID" sz="2200" dirty="0" err="1"/>
              <a:t>atau</a:t>
            </a:r>
            <a:r>
              <a:rPr lang="en-ID" sz="2200" dirty="0"/>
              <a:t> </a:t>
            </a:r>
            <a:r>
              <a:rPr lang="en-ID" sz="2200" dirty="0" err="1"/>
              <a:t>navigasi</a:t>
            </a:r>
            <a:r>
              <a:rPr lang="en-ID" sz="2200" dirty="0"/>
              <a:t>) </a:t>
            </a:r>
            <a:r>
              <a:rPr lang="en-ID" sz="2200" dirty="0" err="1"/>
              <a:t>ketika</a:t>
            </a:r>
            <a:r>
              <a:rPr lang="en-ID" sz="2200" dirty="0"/>
              <a:t> </a:t>
            </a:r>
            <a:r>
              <a:rPr lang="en-ID" sz="2200" dirty="0" err="1"/>
              <a:t>nilai</a:t>
            </a:r>
            <a:r>
              <a:rPr lang="en-ID" sz="2200" dirty="0"/>
              <a:t> </a:t>
            </a:r>
            <a:r>
              <a:rPr lang="en-ID" sz="2200" dirty="0" err="1"/>
              <a:t>berubah</a:t>
            </a:r>
            <a:r>
              <a:rPr lang="en-ID" sz="2200" dirty="0"/>
              <a:t>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D" sz="2200" dirty="0" err="1"/>
              <a:t>Mendistribusikan</a:t>
            </a:r>
            <a:r>
              <a:rPr lang="en-ID" sz="2200" dirty="0"/>
              <a:t> </a:t>
            </a:r>
            <a:r>
              <a:rPr lang="en-ID" sz="2200" dirty="0" err="1"/>
              <a:t>notifikasi</a:t>
            </a:r>
            <a:r>
              <a:rPr lang="en-ID" sz="2200" dirty="0"/>
              <a:t> </a:t>
            </a:r>
            <a:r>
              <a:rPr lang="en-ID" sz="2200" dirty="0" err="1"/>
              <a:t>atau</a:t>
            </a:r>
            <a:r>
              <a:rPr lang="en-ID" sz="2200" dirty="0"/>
              <a:t> </a:t>
            </a:r>
            <a:r>
              <a:rPr lang="en-ID" sz="2200" dirty="0" err="1"/>
              <a:t>melakukan</a:t>
            </a:r>
            <a:r>
              <a:rPr lang="en-ID" sz="2200" dirty="0"/>
              <a:t> </a:t>
            </a:r>
            <a:r>
              <a:rPr lang="en-ID" sz="2200" dirty="0" err="1"/>
              <a:t>perhitungan</a:t>
            </a:r>
            <a:r>
              <a:rPr lang="en-ID" sz="2200" dirty="0"/>
              <a:t> </a:t>
            </a:r>
            <a:r>
              <a:rPr lang="en-ID" sz="2200" dirty="0" err="1"/>
              <a:t>tambahan</a:t>
            </a:r>
            <a:r>
              <a:rPr lang="en-ID" sz="2200" dirty="0"/>
              <a:t> </a:t>
            </a:r>
            <a:r>
              <a:rPr lang="en-ID" sz="2200" dirty="0" err="1"/>
              <a:t>saat</a:t>
            </a:r>
            <a:r>
              <a:rPr lang="en-ID" sz="2200" dirty="0"/>
              <a:t> state </a:t>
            </a:r>
            <a:r>
              <a:rPr lang="en-ID" sz="2200" dirty="0" err="1"/>
              <a:t>berubah</a:t>
            </a:r>
            <a:r>
              <a:rPr lang="en-ID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397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E1ECDA2-AC8F-6EAC-05F3-AA1EE58CE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45" y="-107956"/>
            <a:ext cx="8456623" cy="4420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tiga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jenis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worker di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GetX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ever()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Menangani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perubahan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setiap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kali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nilai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berubah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once()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Menangani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perubahan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hanya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sekali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ketika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nilai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pertama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kali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berubah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interval()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Menangani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perubahan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 pada interval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tertentu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D2B5A55-FD12-1EBC-6A6B-9BBA9FCB1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0927" y="4293493"/>
            <a:ext cx="6627823" cy="1697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contoh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ever()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mendeteksi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perubahan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sebuah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variabel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menampilkan</a:t>
            </a:r>
            <a:r>
              <a:rPr lang="en-US" altLang="en-US" sz="2400" dirty="0"/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notifikasi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setiap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kali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variabel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tersebut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berubah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2F245-2F05-D5C1-2F50-510554DEAB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69" t="19883" r="58693" b="7466"/>
          <a:stretch/>
        </p:blipFill>
        <p:spPr>
          <a:xfrm>
            <a:off x="8955268" y="2311182"/>
            <a:ext cx="2472576" cy="429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2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0833DB9F-6C2E-84B4-B9B2-7FAAE4CFE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225" y="444302"/>
            <a:ext cx="6627823" cy="589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contoh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once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dilakukan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sekali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perubahan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saja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9C2623-49D1-F7BB-F4CA-BE0E3D30BA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16" t="18652" r="58576" b="3978"/>
          <a:stretch/>
        </p:blipFill>
        <p:spPr>
          <a:xfrm>
            <a:off x="2025748" y="1314728"/>
            <a:ext cx="2841674" cy="53035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3089FD-E551-8DD7-6719-9C6C4C774B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46" t="19156" r="58346" b="6457"/>
          <a:stretch/>
        </p:blipFill>
        <p:spPr>
          <a:xfrm>
            <a:off x="6480813" y="1314728"/>
            <a:ext cx="2747594" cy="493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184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C103E-CB25-4421-DE32-59159F45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AA34F0-F19E-A530-84B1-B799549F92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16" t="20088" r="58692" b="6458"/>
          <a:stretch/>
        </p:blipFill>
        <p:spPr>
          <a:xfrm>
            <a:off x="7315200" y="283129"/>
            <a:ext cx="3533335" cy="629174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28009EC-FEB2-21AD-E63F-80CC7991E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744" y="1906215"/>
            <a:ext cx="6700456" cy="2071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Worker interval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berguna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jika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ingin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memantau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perubahan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pada interval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waktu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tertentu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200" dirty="0" err="1"/>
              <a:t>Berguna</a:t>
            </a:r>
            <a:r>
              <a:rPr lang="en-US" altLang="en-US" sz="2200" dirty="0"/>
              <a:t> </a:t>
            </a:r>
            <a:r>
              <a:rPr lang="en-US" altLang="en-US" sz="2200" dirty="0" err="1"/>
              <a:t>jika</a:t>
            </a:r>
            <a:r>
              <a:rPr lang="en-US" altLang="en-US" sz="2200" dirty="0"/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ingin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melakukan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pengecekan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pada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nilai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dalam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jangka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waktu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telah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ditentukan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19458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0869-4F33-D703-10EE-E063AADE8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1722-C3D9-F4A3-024A-2FC615815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/>
          </a:bodyPr>
          <a:lstStyle/>
          <a:p>
            <a:r>
              <a:rPr lang="en-US" sz="7300" b="1" dirty="0"/>
              <a:t>GET NAVIGATION</a:t>
            </a:r>
            <a:br>
              <a:rPr lang="en-US" sz="7300" b="1" dirty="0"/>
            </a:br>
            <a:r>
              <a:rPr lang="en-US" sz="3600" b="1" dirty="0"/>
              <a:t>Route Management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DB732-70CA-709B-1EF7-900F9304F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66" y="822570"/>
            <a:ext cx="2438401" cy="12049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EF6B58-B95E-11FD-F9CC-5F3F2E933052}"/>
              </a:ext>
            </a:extLst>
          </p:cNvPr>
          <p:cNvSpPr/>
          <p:nvPr/>
        </p:nvSpPr>
        <p:spPr>
          <a:xfrm>
            <a:off x="0" y="6325849"/>
            <a:ext cx="12192000" cy="53215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D34F4E-6304-2661-5520-B8A5B479CFFA}"/>
              </a:ext>
            </a:extLst>
          </p:cNvPr>
          <p:cNvSpPr/>
          <p:nvPr/>
        </p:nvSpPr>
        <p:spPr>
          <a:xfrm>
            <a:off x="0" y="-1719"/>
            <a:ext cx="12192000" cy="53215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35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3735-D97C-04A3-2A4F-FEAA4F8B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EC47EB0-7082-107B-774D-2235CFE6B662}"/>
              </a:ext>
            </a:extLst>
          </p:cNvPr>
          <p:cNvSpPr txBox="1">
            <a:spLocks/>
          </p:cNvSpPr>
          <p:nvPr/>
        </p:nvSpPr>
        <p:spPr>
          <a:xfrm>
            <a:off x="2988664" y="330590"/>
            <a:ext cx="6214672" cy="101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STATE MANAGEMENT GETX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570B75-5646-C79F-CF40-B6FA8BAB0386}"/>
              </a:ext>
            </a:extLst>
          </p:cNvPr>
          <p:cNvSpPr/>
          <p:nvPr/>
        </p:nvSpPr>
        <p:spPr>
          <a:xfrm>
            <a:off x="773002" y="2926080"/>
            <a:ext cx="4431323" cy="2278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Tanpa</a:t>
            </a:r>
            <a:r>
              <a:rPr lang="en-US" sz="4000" dirty="0"/>
              <a:t> Nama</a:t>
            </a:r>
            <a:endParaRPr lang="en-ID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231D00-AE31-064E-B444-73D5A9A46843}"/>
              </a:ext>
            </a:extLst>
          </p:cNvPr>
          <p:cNvSpPr/>
          <p:nvPr/>
        </p:nvSpPr>
        <p:spPr>
          <a:xfrm>
            <a:off x="6987674" y="2926080"/>
            <a:ext cx="4431323" cy="2278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Dengan</a:t>
            </a:r>
            <a:r>
              <a:rPr lang="en-US" sz="4000" dirty="0"/>
              <a:t> Nama</a:t>
            </a:r>
            <a:endParaRPr lang="en-ID" sz="40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A75846-4F6E-1C5F-DF13-3EC15145DA16}"/>
              </a:ext>
            </a:extLst>
          </p:cNvPr>
          <p:cNvCxnSpPr/>
          <p:nvPr/>
        </p:nvCxnSpPr>
        <p:spPr>
          <a:xfrm flipH="1">
            <a:off x="3123028" y="1349921"/>
            <a:ext cx="2729132" cy="1576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51B9AE-37F3-955E-383B-77C3BF3696CA}"/>
              </a:ext>
            </a:extLst>
          </p:cNvPr>
          <p:cNvCxnSpPr>
            <a:endCxn id="4" idx="0"/>
          </p:cNvCxnSpPr>
          <p:nvPr/>
        </p:nvCxnSpPr>
        <p:spPr>
          <a:xfrm>
            <a:off x="5852160" y="1349921"/>
            <a:ext cx="3351176" cy="1576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583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B2DB-91A8-B831-01E2-A7628BD9A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CB3A5D8-51CA-A83C-1AEE-B5D40A24DF18}"/>
              </a:ext>
            </a:extLst>
          </p:cNvPr>
          <p:cNvSpPr txBox="1">
            <a:spLocks/>
          </p:cNvSpPr>
          <p:nvPr/>
        </p:nvSpPr>
        <p:spPr>
          <a:xfrm>
            <a:off x="540886" y="93802"/>
            <a:ext cx="6214672" cy="101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BASIC CONSEPT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E6676B-9927-4114-D587-58888F218D2F}"/>
              </a:ext>
            </a:extLst>
          </p:cNvPr>
          <p:cNvSpPr/>
          <p:nvPr/>
        </p:nvSpPr>
        <p:spPr>
          <a:xfrm>
            <a:off x="2740672" y="1858253"/>
            <a:ext cx="2321890" cy="32637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Page 1</a:t>
            </a:r>
            <a:endParaRPr lang="en-ID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01AEF-60EC-05F5-D8AE-42C4ABF4A20B}"/>
              </a:ext>
            </a:extLst>
          </p:cNvPr>
          <p:cNvSpPr txBox="1"/>
          <p:nvPr/>
        </p:nvSpPr>
        <p:spPr>
          <a:xfrm>
            <a:off x="540886" y="1113133"/>
            <a:ext cx="295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Navigasi</a:t>
            </a:r>
            <a:r>
              <a:rPr lang="en-US" b="1" dirty="0"/>
              <a:t> </a:t>
            </a:r>
            <a:r>
              <a:rPr lang="en-US" b="1" dirty="0" err="1"/>
              <a:t>menggunakan</a:t>
            </a:r>
            <a:r>
              <a:rPr lang="en-US" b="1" dirty="0"/>
              <a:t> push </a:t>
            </a:r>
            <a:endParaRPr lang="en-ID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77E20-2840-E473-5D32-98B1A67EC71D}"/>
              </a:ext>
            </a:extLst>
          </p:cNvPr>
          <p:cNvSpPr/>
          <p:nvPr/>
        </p:nvSpPr>
        <p:spPr>
          <a:xfrm>
            <a:off x="4601755" y="2262177"/>
            <a:ext cx="2321890" cy="32637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Page 2</a:t>
            </a:r>
            <a:endParaRPr lang="en-ID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AB3111-D3FA-DA33-8776-02D15D746185}"/>
              </a:ext>
            </a:extLst>
          </p:cNvPr>
          <p:cNvSpPr/>
          <p:nvPr/>
        </p:nvSpPr>
        <p:spPr>
          <a:xfrm>
            <a:off x="6622824" y="2800788"/>
            <a:ext cx="2321890" cy="326370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Page 3</a:t>
            </a:r>
            <a:endParaRPr lang="en-ID" sz="4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70D374-A115-9F1D-78E1-C258DEC67B71}"/>
              </a:ext>
            </a:extLst>
          </p:cNvPr>
          <p:cNvCxnSpPr/>
          <p:nvPr/>
        </p:nvCxnSpPr>
        <p:spPr>
          <a:xfrm>
            <a:off x="5533293" y="1589649"/>
            <a:ext cx="3357489" cy="872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625156-18F7-A6A3-E446-5B2B1430AD8B}"/>
              </a:ext>
            </a:extLst>
          </p:cNvPr>
          <p:cNvCxnSpPr/>
          <p:nvPr/>
        </p:nvCxnSpPr>
        <p:spPr>
          <a:xfrm flipH="1" flipV="1">
            <a:off x="3277773" y="5683347"/>
            <a:ext cx="3345051" cy="829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60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2C879-B28B-23D2-F73A-67750DEE5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8EE894A-9996-7199-9E70-A713346BA7C0}"/>
              </a:ext>
            </a:extLst>
          </p:cNvPr>
          <p:cNvSpPr txBox="1">
            <a:spLocks/>
          </p:cNvSpPr>
          <p:nvPr/>
        </p:nvSpPr>
        <p:spPr>
          <a:xfrm>
            <a:off x="540886" y="93802"/>
            <a:ext cx="6214672" cy="101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>
                <a:latin typeface="+mn-lt"/>
              </a:rPr>
              <a:t>BASIC CONSEPT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FCCC47-5F28-E470-8B0F-8DBE4E9C45E7}"/>
              </a:ext>
            </a:extLst>
          </p:cNvPr>
          <p:cNvSpPr/>
          <p:nvPr/>
        </p:nvSpPr>
        <p:spPr>
          <a:xfrm>
            <a:off x="1741866" y="1837098"/>
            <a:ext cx="2321890" cy="32637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Page 1</a:t>
            </a:r>
            <a:endParaRPr lang="en-ID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FCDB6-3CCD-A87D-6A18-147568E5E189}"/>
              </a:ext>
            </a:extLst>
          </p:cNvPr>
          <p:cNvSpPr txBox="1"/>
          <p:nvPr/>
        </p:nvSpPr>
        <p:spPr>
          <a:xfrm>
            <a:off x="540886" y="1113133"/>
            <a:ext cx="4208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Navigasi</a:t>
            </a:r>
            <a:r>
              <a:rPr lang="en-US" b="1" dirty="0"/>
              <a:t> </a:t>
            </a:r>
            <a:r>
              <a:rPr lang="en-US" b="1" dirty="0" err="1"/>
              <a:t>menggunakan</a:t>
            </a:r>
            <a:r>
              <a:rPr lang="en-US" b="1" dirty="0"/>
              <a:t> push replacement </a:t>
            </a:r>
            <a:endParaRPr lang="en-ID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50FB85-2483-78F6-BC6E-208B2EA00D23}"/>
              </a:ext>
            </a:extLst>
          </p:cNvPr>
          <p:cNvSpPr/>
          <p:nvPr/>
        </p:nvSpPr>
        <p:spPr>
          <a:xfrm>
            <a:off x="5014319" y="1837098"/>
            <a:ext cx="2321890" cy="32637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Page 2</a:t>
            </a:r>
            <a:endParaRPr lang="en-ID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25B615-84C0-8D98-5A2A-1BBAD052A437}"/>
              </a:ext>
            </a:extLst>
          </p:cNvPr>
          <p:cNvSpPr/>
          <p:nvPr/>
        </p:nvSpPr>
        <p:spPr>
          <a:xfrm>
            <a:off x="8465692" y="1797148"/>
            <a:ext cx="2321890" cy="326370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Page 3</a:t>
            </a:r>
            <a:endParaRPr lang="en-ID" sz="40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3D255B1-C473-22D3-8B4F-96D60A036DA6}"/>
              </a:ext>
            </a:extLst>
          </p:cNvPr>
          <p:cNvSpPr/>
          <p:nvPr/>
        </p:nvSpPr>
        <p:spPr>
          <a:xfrm>
            <a:off x="4234375" y="3108960"/>
            <a:ext cx="514714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0B94A90-8DEE-D064-9DDA-5074CC6AA70C}"/>
              </a:ext>
            </a:extLst>
          </p:cNvPr>
          <p:cNvSpPr/>
          <p:nvPr/>
        </p:nvSpPr>
        <p:spPr>
          <a:xfrm>
            <a:off x="7601439" y="2991143"/>
            <a:ext cx="514714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6526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62191A6-DF8D-3710-32F2-C0FCF43D49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612" y="1584269"/>
            <a:ext cx="12219051" cy="4102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 Flutter,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navigasi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jauh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lebih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mudah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dibandingkan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Navigator.push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atau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Navigator.pop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().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menyederhanakan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banyak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aspek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navigasi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Get.to()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Digunakan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berpindah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halaman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baru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Get.off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Digunakan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berpindah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halaman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baru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menghapus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halaman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sebelumnya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stack.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Get.offNamed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Digunakan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berpindah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halaman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baru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berdasarkan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nama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rute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menghapus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halaman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sebelumnya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dari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stack.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90549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51709-85D9-E439-D0D1-7D31D4C2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BF72-61FB-752D-60CA-51E2FE3A7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7391" y="261502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7300" b="1" dirty="0" err="1"/>
              <a:t>Depedency</a:t>
            </a:r>
            <a:r>
              <a:rPr lang="en-US" sz="7300" b="1" dirty="0"/>
              <a:t> management</a:t>
            </a:r>
            <a:br>
              <a:rPr lang="en-US" sz="7300" b="1" dirty="0"/>
            </a:b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9B8C3-E451-0A84-EE2A-1729C5E26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66" y="822570"/>
            <a:ext cx="2438401" cy="12049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A9DF25-1DA0-3244-6EB6-875448B7ED00}"/>
              </a:ext>
            </a:extLst>
          </p:cNvPr>
          <p:cNvSpPr/>
          <p:nvPr/>
        </p:nvSpPr>
        <p:spPr>
          <a:xfrm>
            <a:off x="0" y="6325849"/>
            <a:ext cx="12192000" cy="53215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DD08FC-3FA7-1F01-373D-C887EF464D8D}"/>
              </a:ext>
            </a:extLst>
          </p:cNvPr>
          <p:cNvSpPr/>
          <p:nvPr/>
        </p:nvSpPr>
        <p:spPr>
          <a:xfrm>
            <a:off x="0" y="-1719"/>
            <a:ext cx="12192000" cy="53215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14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7444-CAA8-88C6-7298-F0740853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650F082-7443-FF73-6D94-C276B75CB4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1763" y="514207"/>
            <a:ext cx="2519472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BASIC CONSEPT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806B703-C0BD-2405-7505-FF571D2CCBC3}"/>
              </a:ext>
            </a:extLst>
          </p:cNvPr>
          <p:cNvSpPr/>
          <p:nvPr/>
        </p:nvSpPr>
        <p:spPr>
          <a:xfrm>
            <a:off x="5406683" y="627722"/>
            <a:ext cx="1378634" cy="12335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MyApp</a:t>
            </a:r>
            <a:endParaRPr lang="en-ID" sz="20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AE122C-1692-6814-F2A1-4BA7180A002B}"/>
              </a:ext>
            </a:extLst>
          </p:cNvPr>
          <p:cNvSpPr/>
          <p:nvPr/>
        </p:nvSpPr>
        <p:spPr>
          <a:xfrm>
            <a:off x="5406683" y="2544921"/>
            <a:ext cx="1378634" cy="12335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A</a:t>
            </a:r>
            <a:endParaRPr lang="en-ID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49B52BD-DEF0-B714-5DB8-59CE475E9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1029" y="1355924"/>
            <a:ext cx="3243196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b="1" dirty="0" err="1"/>
              <a:t>Depedency</a:t>
            </a:r>
            <a:r>
              <a:rPr lang="en-US" altLang="en-US" b="1" dirty="0"/>
              <a:t> Injection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940FEB-201F-CE6E-62F6-F0720629EAC7}"/>
              </a:ext>
            </a:extLst>
          </p:cNvPr>
          <p:cNvCxnSpPr>
            <a:stCxn id="2" idx="4"/>
            <a:endCxn id="3" idx="0"/>
          </p:cNvCxnSpPr>
          <p:nvPr/>
        </p:nvCxnSpPr>
        <p:spPr>
          <a:xfrm>
            <a:off x="6096000" y="1861307"/>
            <a:ext cx="0" cy="683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5EFC50D-6B57-F81D-E9CF-2A245C66FB33}"/>
              </a:ext>
            </a:extLst>
          </p:cNvPr>
          <p:cNvSpPr txBox="1"/>
          <p:nvPr/>
        </p:nvSpPr>
        <p:spPr>
          <a:xfrm>
            <a:off x="4275237" y="1001392"/>
            <a:ext cx="904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Parents</a:t>
            </a:r>
            <a:endParaRPr lang="en-ID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3D781-6915-67D0-081D-041002DC4FAE}"/>
              </a:ext>
            </a:extLst>
          </p:cNvPr>
          <p:cNvSpPr txBox="1"/>
          <p:nvPr/>
        </p:nvSpPr>
        <p:spPr>
          <a:xfrm>
            <a:off x="4770451" y="2082873"/>
            <a:ext cx="1272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Inheritance</a:t>
            </a:r>
            <a:endParaRPr lang="en-ID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A4761-9019-CDB8-0A67-F33A53A03952}"/>
              </a:ext>
            </a:extLst>
          </p:cNvPr>
          <p:cNvSpPr txBox="1"/>
          <p:nvPr/>
        </p:nvSpPr>
        <p:spPr>
          <a:xfrm>
            <a:off x="3384696" y="1658443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Constructor</a:t>
            </a:r>
            <a:endParaRPr lang="en-ID" b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DDF486-B6E6-1250-213E-971C0F66F40C}"/>
              </a:ext>
            </a:extLst>
          </p:cNvPr>
          <p:cNvSpPr/>
          <p:nvPr/>
        </p:nvSpPr>
        <p:spPr>
          <a:xfrm>
            <a:off x="5406683" y="4462120"/>
            <a:ext cx="1378634" cy="12335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B</a:t>
            </a:r>
            <a:endParaRPr lang="en-ID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752F3-EC4B-9715-84D8-5FD2E4DBA3DF}"/>
              </a:ext>
            </a:extLst>
          </p:cNvPr>
          <p:cNvCxnSpPr>
            <a:stCxn id="3" idx="4"/>
            <a:endCxn id="12" idx="0"/>
          </p:cNvCxnSpPr>
          <p:nvPr/>
        </p:nvCxnSpPr>
        <p:spPr>
          <a:xfrm>
            <a:off x="6096000" y="3778506"/>
            <a:ext cx="0" cy="683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">
            <a:extLst>
              <a:ext uri="{FF2B5EF4-FFF2-40B4-BE49-F238E27FC236}">
                <a16:creationId xmlns:a16="http://schemas.microsoft.com/office/drawing/2014/main" id="{52D00B79-82B7-FBA5-345F-FC73C57EE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675" y="3632545"/>
            <a:ext cx="2005101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b="1" dirty="0" err="1"/>
              <a:t>Terlalu</a:t>
            </a:r>
            <a:r>
              <a:rPr lang="en-US" altLang="en-US" b="1" dirty="0"/>
              <a:t> lama</a:t>
            </a:r>
          </a:p>
        </p:txBody>
      </p:sp>
    </p:spTree>
    <p:extLst>
      <p:ext uri="{BB962C8B-B14F-4D97-AF65-F5344CB8AC3E}">
        <p14:creationId xmlns:p14="http://schemas.microsoft.com/office/powerpoint/2010/main" val="4056194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FBDA3E0-C872-CB12-A41C-E100D91C6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6697"/>
            <a:ext cx="12324849" cy="5584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 Flutter,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menggunakan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dependency management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memungkinkan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kita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mengelola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dependensi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dengan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efisien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sederhana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Dependency management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memberi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kita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kemampuan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 err="1"/>
              <a:t>m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engelola</a:t>
            </a:r>
            <a:r>
              <a:rPr lang="en-US" altLang="en-US" sz="2000" dirty="0"/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layanan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(service) yang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digunakan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oleh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aplikasi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menyuntikkan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tersebut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dalam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aplikasi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serta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mengatur</a:t>
            </a:r>
            <a:r>
              <a:rPr lang="en-US" altLang="en-US" sz="2000" dirty="0"/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bagaimana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kapan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objek-objek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dibuat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(injected). Ada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beberapa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jenis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mengelola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dependensi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Get.put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Menyuntikkan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dependensi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secara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langsung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menjaganya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sepanjang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siklus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hidup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aplikasi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selama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aplikasi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hidup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Get.lazyPut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Menyuntikkan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dependensi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hanya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pertama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kali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dibutuhkan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Get.create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Menyuntikkan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dependensi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dengan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pembuatan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baru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setiap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kali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diminta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Get.putAsync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Menyuntikkan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dependensi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yang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memerlukan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proses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asinkron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untuk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dibuat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80125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4837</TotalTime>
  <Words>464</Words>
  <Application>Microsoft Office PowerPoint</Application>
  <PresentationFormat>Widescreen</PresentationFormat>
  <Paragraphs>69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GETX TKK Mobile Apps Aqshal Nur Ikhsan S.Si., M.Si</vt:lpstr>
      <vt:lpstr>PowerPoint Presentation</vt:lpstr>
      <vt:lpstr>GET WORKER State Management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GET NAVIGATION Route Management</vt:lpstr>
      <vt:lpstr>PowerPoint Presentation</vt:lpstr>
      <vt:lpstr>PowerPoint Presentation</vt:lpstr>
      <vt:lpstr>PowerPoint Presentation</vt:lpstr>
      <vt:lpstr>PowerPoint Presentation</vt:lpstr>
      <vt:lpstr>Depedency management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Aqshal Nur Ikhsan</cp:lastModifiedBy>
  <cp:revision>217</cp:revision>
  <dcterms:created xsi:type="dcterms:W3CDTF">2024-08-24T02:45:45Z</dcterms:created>
  <dcterms:modified xsi:type="dcterms:W3CDTF">2025-05-06T07:30:42Z</dcterms:modified>
</cp:coreProperties>
</file>